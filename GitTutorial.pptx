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>
                <a:sym typeface="+mn-ea"/>
              </a:rPr>
              <a:t>Git configuration step</a:t>
            </a:r>
            <a:br>
              <a:rPr lang="en-US">
                <a:sym typeface="+mn-ea"/>
              </a:rPr>
            </a:b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5032375"/>
          </a:xfrm>
        </p:spPr>
        <p:txBody>
          <a:bodyPr>
            <a:normAutofit lnSpcReduction="20000"/>
          </a:bodyPr>
          <a:p>
            <a:pPr marL="0" indent="0">
              <a:buNone/>
            </a:pPr>
            <a:r>
              <a:rPr lang="en-US">
                <a:sym typeface="+mn-ea"/>
              </a:rPr>
              <a:t>1.set username</a:t>
            </a:r>
            <a:br>
              <a:rPr lang="en-US">
                <a:sym typeface="+mn-ea"/>
              </a:rPr>
            </a:br>
            <a:r>
              <a:rPr lang="en-US">
                <a:solidFill>
                  <a:srgbClr val="00B050"/>
                </a:solidFill>
                <a:sym typeface="+mn-ea"/>
              </a:rPr>
              <a:t>command: git config --global user.name “u_name”</a:t>
            </a:r>
            <a:endParaRPr lang="en-US">
              <a:solidFill>
                <a:srgbClr val="00B050"/>
              </a:solidFill>
              <a:sym typeface="+mn-ea"/>
            </a:endParaRPr>
          </a:p>
          <a:p>
            <a:pPr marL="0" indent="0">
              <a:buNone/>
            </a:pPr>
            <a:r>
              <a:rPr lang="en-US"/>
              <a:t>e.g git config --global user.name “abay”</a:t>
            </a:r>
            <a:endParaRPr lang="en-US"/>
          </a:p>
          <a:p>
            <a:pPr marL="0" indent="0">
              <a:buNone/>
            </a:pPr>
            <a:r>
              <a:rPr lang="en-US"/>
              <a:t>2. set Email</a:t>
            </a:r>
            <a:endParaRPr lang="en-US"/>
          </a:p>
          <a:p>
            <a:pPr marL="0" indent="0">
              <a:buNone/>
            </a:pPr>
            <a:r>
              <a:rPr lang="en-US">
                <a:solidFill>
                  <a:srgbClr val="00B050"/>
                </a:solidFill>
              </a:rPr>
              <a:t>command : git config --global user.email “ u_email”</a:t>
            </a:r>
            <a:endParaRPr lang="en-US"/>
          </a:p>
          <a:p>
            <a:pPr marL="0" indent="0">
              <a:buNone/>
            </a:pPr>
            <a:r>
              <a:rPr lang="en-US"/>
              <a:t>e.g git config --global user.email “abay@gmail.com”</a:t>
            </a:r>
            <a:endParaRPr lang="en-US"/>
          </a:p>
          <a:p>
            <a:pPr marL="0" indent="0">
              <a:buNone/>
            </a:pPr>
            <a:r>
              <a:rPr lang="en-US"/>
              <a:t>3. check configuration </a:t>
            </a:r>
            <a:br>
              <a:rPr lang="en-US"/>
            </a:br>
            <a:r>
              <a:rPr lang="en-US">
                <a:solidFill>
                  <a:srgbClr val="00B050"/>
                </a:solidFill>
              </a:rPr>
              <a:t>command : git config --global --list</a:t>
            </a:r>
            <a:endParaRPr lang="en-US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/>
              <a:t>4. change default Branch name </a:t>
            </a:r>
            <a:endParaRPr lang="en-US"/>
          </a:p>
          <a:p>
            <a:pPr marL="0" indent="0">
              <a:buNone/>
            </a:pPr>
            <a:r>
              <a:rPr lang="en-US">
                <a:solidFill>
                  <a:srgbClr val="00B050"/>
                </a:solidFill>
              </a:rPr>
              <a:t>command :git config --global  init.defaultBranch b-name</a:t>
            </a:r>
            <a:endParaRPr lang="en-US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/>
              <a:t>e.g git config --global init.defaultBranch  new-branch</a:t>
            </a:r>
            <a:endParaRPr lang="en-US"/>
          </a:p>
          <a:p>
            <a:pPr marL="0" indent="0">
              <a:buNone/>
            </a:pPr>
            <a:r>
              <a:rPr lang="en-US"/>
              <a:t> 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Step to initalize GitRepository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1. Open terminal</a:t>
            </a:r>
            <a:endParaRPr lang="en-US"/>
          </a:p>
          <a:p>
            <a:pPr marL="0" indent="0">
              <a:buNone/>
            </a:pPr>
            <a:r>
              <a:rPr lang="en-US"/>
              <a:t>2.Navigate Directory</a:t>
            </a:r>
            <a:endParaRPr lang="en-US"/>
          </a:p>
          <a:p>
            <a:pPr marL="0" indent="0">
              <a:buNone/>
            </a:pPr>
            <a:r>
              <a:rPr lang="en-US"/>
              <a:t>mkdir “folder-name”</a:t>
            </a:r>
            <a:endParaRPr lang="en-US"/>
          </a:p>
          <a:p>
            <a:pPr marL="0" indent="0">
              <a:buNone/>
            </a:pPr>
            <a:r>
              <a:rPr lang="en-US"/>
              <a:t>cd folder-name </a:t>
            </a:r>
            <a:endParaRPr lang="en-US"/>
          </a:p>
          <a:p>
            <a:pPr marL="0" indent="0">
              <a:buNone/>
            </a:pPr>
            <a:r>
              <a:rPr lang="en-US"/>
              <a:t>to create file into this folder we use </a:t>
            </a:r>
            <a:endParaRPr lang="en-US"/>
          </a:p>
          <a:p>
            <a:pPr marL="0" indent="0">
              <a:buNone/>
            </a:pPr>
            <a:r>
              <a:rPr lang="en-US"/>
              <a:t> echo hellow &gt; text.txt</a:t>
            </a:r>
            <a:endParaRPr lang="en-US"/>
          </a:p>
          <a:p>
            <a:pPr marL="0" indent="0">
              <a:buNone/>
            </a:pPr>
            <a:r>
              <a:rPr lang="en-US"/>
              <a:t>3.Execute git Init</a:t>
            </a:r>
            <a:endParaRPr lang="en-US"/>
          </a:p>
          <a:p>
            <a:pPr marL="0" indent="0">
              <a:buNone/>
            </a:pPr>
            <a:r>
              <a:rPr lang="en-US"/>
              <a:t>git init to create new repostitory and track change in repostitory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Git Command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list files</a:t>
            </a:r>
            <a:endParaRPr lang="en-US"/>
          </a:p>
          <a:p>
            <a:pPr marL="0" indent="0">
              <a:buNone/>
            </a:pPr>
            <a:r>
              <a:rPr lang="en-US">
                <a:solidFill>
                  <a:srgbClr val="00B050"/>
                </a:solidFill>
              </a:rPr>
              <a:t>use “ls” or “git ls-files “ to view flies in the directories</a:t>
            </a:r>
            <a:endParaRPr lang="en-US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/>
              <a:t>check git status </a:t>
            </a:r>
            <a:br>
              <a:rPr lang="en-US"/>
            </a:br>
            <a:r>
              <a:rPr lang="en-US">
                <a:solidFill>
                  <a:srgbClr val="00B050"/>
                </a:solidFill>
              </a:rPr>
              <a:t>use ‘git status ‘ to see if files are part of the repositories</a:t>
            </a:r>
            <a:endParaRPr lang="en-US"/>
          </a:p>
          <a:p>
            <a:pPr marL="0" indent="0">
              <a:buNone/>
            </a:pPr>
            <a:r>
              <a:rPr lang="en-US"/>
              <a:t>view git diff </a:t>
            </a:r>
            <a:endParaRPr lang="en-US"/>
          </a:p>
          <a:p>
            <a:pPr marL="0" indent="0">
              <a:buNone/>
            </a:pPr>
            <a:r>
              <a:rPr lang="en-US"/>
              <a:t> </a:t>
            </a:r>
            <a:r>
              <a:rPr lang="en-US">
                <a:solidFill>
                  <a:srgbClr val="00B050"/>
                </a:solidFill>
              </a:rPr>
              <a:t>use ‘git diff’ to see changes in flies</a:t>
            </a:r>
            <a:endParaRPr lang="en-US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Git staging Environment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690860" cy="5032375"/>
          </a:xfrm>
        </p:spPr>
        <p:txBody>
          <a:bodyPr>
            <a:normAutofit fontScale="90000" lnSpcReduction="20000"/>
          </a:bodyPr>
          <a:p>
            <a:pPr marL="0" indent="0">
              <a:buNone/>
            </a:pPr>
            <a:r>
              <a:rPr lang="en-US"/>
              <a:t>1. Staged files </a:t>
            </a:r>
            <a:endParaRPr lang="en-US"/>
          </a:p>
          <a:p>
            <a:pPr marL="0" indent="0">
              <a:buNone/>
            </a:pPr>
            <a:r>
              <a:rPr lang="en-US"/>
              <a:t>files ready for repostitory to commit </a:t>
            </a:r>
            <a:endParaRPr lang="en-US"/>
          </a:p>
          <a:p>
            <a:pPr marL="0" indent="0">
              <a:buNone/>
            </a:pPr>
            <a:r>
              <a:rPr lang="en-US"/>
              <a:t>command to stage files</a:t>
            </a:r>
            <a:endParaRPr lang="en-US"/>
          </a:p>
          <a:p>
            <a:pPr marL="0" indent="0">
              <a:buNone/>
            </a:pPr>
            <a:r>
              <a:rPr lang="en-US"/>
              <a:t>git add i</a:t>
            </a:r>
            <a:r>
              <a:rPr lang="en-US">
                <a:solidFill>
                  <a:srgbClr val="00B050"/>
                </a:solidFill>
              </a:rPr>
              <a:t>ndex.htm</a:t>
            </a:r>
            <a:r>
              <a:rPr lang="en-US"/>
              <a:t>l or</a:t>
            </a:r>
            <a:r>
              <a:rPr lang="en-US">
                <a:solidFill>
                  <a:srgbClr val="00B050"/>
                </a:solidFill>
              </a:rPr>
              <a:t> --all</a:t>
            </a:r>
            <a:r>
              <a:rPr lang="en-US"/>
              <a:t> or</a:t>
            </a:r>
            <a:r>
              <a:rPr lang="en-US">
                <a:solidFill>
                  <a:srgbClr val="00B050"/>
                </a:solidFill>
              </a:rPr>
              <a:t> -A </a:t>
            </a:r>
            <a:r>
              <a:rPr lang="en-US">
                <a:solidFill>
                  <a:schemeClr val="tx1"/>
                </a:solidFill>
              </a:rPr>
              <a:t>or</a:t>
            </a:r>
            <a:r>
              <a:rPr lang="en-US">
                <a:solidFill>
                  <a:srgbClr val="00B050"/>
                </a:solidFill>
              </a:rPr>
              <a:t> .</a:t>
            </a:r>
            <a:endParaRPr lang="en-US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>
                <a:solidFill>
                  <a:schemeClr val="tx1"/>
                </a:solidFill>
              </a:rPr>
              <a:t>How to make commit</a:t>
            </a:r>
            <a:r>
              <a:rPr lang="en-US">
                <a:solidFill>
                  <a:srgbClr val="00B050"/>
                </a:solidFill>
              </a:rPr>
              <a:t> </a:t>
            </a:r>
            <a:endParaRPr lang="en-US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>
                <a:solidFill>
                  <a:srgbClr val="00B050"/>
                </a:solidFill>
              </a:rPr>
              <a:t>git commit  -m “ msg”</a:t>
            </a:r>
            <a:endParaRPr lang="en-US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>
                <a:solidFill>
                  <a:schemeClr val="tx1"/>
                </a:solidFill>
              </a:rPr>
              <a:t>how to commit file without put on stage </a:t>
            </a:r>
            <a:endParaRPr 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>
                <a:solidFill>
                  <a:srgbClr val="00B050"/>
                </a:solidFill>
              </a:rPr>
              <a:t>git commit -a -m “msg”</a:t>
            </a:r>
            <a:endParaRPr lang="en-US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>
                <a:solidFill>
                  <a:schemeClr val="tx1"/>
                </a:solidFill>
              </a:rPr>
              <a:t>to see change on stage </a:t>
            </a:r>
            <a:endParaRPr 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>
                <a:solidFill>
                  <a:srgbClr val="00B050"/>
                </a:solidFill>
              </a:rPr>
              <a:t>git diff --staged or git diff --cached</a:t>
            </a:r>
            <a:endParaRPr lang="en-US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>
                <a:solidFill>
                  <a:srgbClr val="00B050"/>
                </a:solidFill>
              </a:rPr>
              <a:t>t</a:t>
            </a:r>
            <a:endParaRPr lang="en-US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how to commited file back to uncommited one or tracked file to untracked one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>
                <a:solidFill>
                  <a:srgbClr val="00B050"/>
                </a:solidFill>
              </a:rPr>
              <a:t>git rm --cached file you wanna to uncommited</a:t>
            </a:r>
            <a:endParaRPr lang="en-US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/>
              <a:t>eg git rm --cached index.html</a:t>
            </a:r>
            <a:endParaRPr lang="en-US"/>
          </a:p>
          <a:p>
            <a:pPr marL="0" indent="0">
              <a:buNone/>
            </a:pPr>
            <a:r>
              <a:rPr lang="en-US"/>
              <a:t>why we create branch </a:t>
            </a:r>
            <a:endParaRPr lang="en-US"/>
          </a:p>
          <a:p>
            <a:pPr marL="0" indent="0">
              <a:buNone/>
            </a:pPr>
            <a:r>
              <a:rPr lang="en-US"/>
              <a:t>1. to add change and to fix error easly</a:t>
            </a:r>
            <a:endParaRPr lang="en-US"/>
          </a:p>
          <a:p>
            <a:pPr marL="0" indent="0">
              <a:buNone/>
            </a:pPr>
            <a:r>
              <a:rPr lang="en-US"/>
              <a:t>2.coollaboration without conflict</a:t>
            </a:r>
            <a:endParaRPr lang="en-US"/>
          </a:p>
          <a:p>
            <a:pPr marL="0" indent="0">
              <a:buNone/>
            </a:pPr>
            <a:r>
              <a:rPr lang="en-US"/>
              <a:t>3.experment withot risk</a:t>
            </a:r>
            <a:endParaRPr lang="en-US"/>
          </a:p>
          <a:p>
            <a:pPr marL="0" indent="0">
              <a:buNone/>
            </a:pPr>
            <a:r>
              <a:rPr lang="en-US"/>
              <a:t>4. keep the main branch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Git Branch Opretion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60000"/>
          </a:bodyPr>
          <a:p>
            <a:pPr marL="0" indent="0">
              <a:buNone/>
            </a:pPr>
            <a:r>
              <a:rPr lang="en-US"/>
              <a:t>to see previous branch </a:t>
            </a:r>
            <a:endParaRPr lang="en-US"/>
          </a:p>
          <a:p>
            <a:pPr marL="0" indent="0">
              <a:buNone/>
            </a:pPr>
            <a:r>
              <a:rPr lang="en-US">
                <a:solidFill>
                  <a:srgbClr val="00B050"/>
                </a:solidFill>
              </a:rPr>
              <a:t>git branch</a:t>
            </a:r>
            <a:endParaRPr lang="en-US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/>
              <a:t>new branch </a:t>
            </a:r>
            <a:endParaRPr lang="en-US"/>
          </a:p>
          <a:p>
            <a:r>
              <a:rPr lang="en-US"/>
              <a:t>creating new branch </a:t>
            </a:r>
            <a:endParaRPr lang="en-US"/>
          </a:p>
          <a:p>
            <a:pPr marL="0" indent="0">
              <a:buNone/>
            </a:pPr>
            <a:r>
              <a:rPr lang="en-US"/>
              <a:t> </a:t>
            </a:r>
            <a:r>
              <a:rPr lang="en-US">
                <a:solidFill>
                  <a:srgbClr val="00B050"/>
                </a:solidFill>
              </a:rPr>
              <a:t>command : git branch b_name</a:t>
            </a:r>
            <a:endParaRPr lang="en-US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/>
              <a:t>e.g git branch abay</a:t>
            </a:r>
            <a:endParaRPr lang="en-US"/>
          </a:p>
          <a:p>
            <a:pPr marL="0" indent="0">
              <a:buNone/>
            </a:pPr>
            <a:r>
              <a:rPr lang="en-US"/>
              <a:t>switch branch from current used branch</a:t>
            </a:r>
            <a:endParaRPr lang="en-US"/>
          </a:p>
          <a:p>
            <a:pPr marL="0" indent="0">
              <a:buNone/>
            </a:pPr>
            <a:r>
              <a:rPr lang="en-US">
                <a:solidFill>
                  <a:srgbClr val="00B050"/>
                </a:solidFill>
              </a:rPr>
              <a:t>git checkout b_name</a:t>
            </a:r>
            <a:endParaRPr lang="en-US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/>
              <a:t>e.g git checkout abay</a:t>
            </a:r>
            <a:endParaRPr lang="en-US"/>
          </a:p>
          <a:p>
            <a:pPr marL="0" indent="0">
              <a:buNone/>
            </a:pPr>
            <a:r>
              <a:rPr lang="en-US"/>
              <a:t>to see history changed on git from previous one to current </a:t>
            </a:r>
            <a:endParaRPr lang="en-US"/>
          </a:p>
          <a:p>
            <a:pPr marL="0" indent="0">
              <a:buNone/>
            </a:pPr>
            <a:r>
              <a:rPr lang="en-US">
                <a:solidFill>
                  <a:srgbClr val="00B050"/>
                </a:solidFill>
              </a:rPr>
              <a:t>git log</a:t>
            </a:r>
            <a:endParaRPr lang="en-US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how merg to main branch on github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/>
              <a:t>1. frist switch to the main brach </a:t>
            </a:r>
            <a:endParaRPr lang="en-US"/>
          </a:p>
          <a:p>
            <a:pPr marL="0" indent="0">
              <a:buNone/>
            </a:pPr>
            <a:r>
              <a:rPr lang="en-US">
                <a:solidFill>
                  <a:srgbClr val="00B050"/>
                </a:solidFill>
              </a:rPr>
              <a:t> git checkout your main branch name </a:t>
            </a:r>
            <a:endParaRPr lang="en-US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/>
              <a:t>eg git checkout new-branch</a:t>
            </a:r>
            <a:endParaRPr lang="en-US"/>
          </a:p>
          <a:p>
            <a:pPr marL="0" indent="0">
              <a:buNone/>
            </a:pPr>
            <a:r>
              <a:rPr lang="en-US"/>
              <a:t>2.execute merg command </a:t>
            </a:r>
            <a:endParaRPr lang="en-US"/>
          </a:p>
          <a:p>
            <a:pPr marL="0" indent="0">
              <a:buNone/>
            </a:pPr>
            <a:r>
              <a:rPr lang="en-US">
                <a:solidFill>
                  <a:srgbClr val="00B050"/>
                </a:solidFill>
              </a:rPr>
              <a:t>git merge b-name (branch u need to merg to main branch)</a:t>
            </a:r>
            <a:endParaRPr lang="en-US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/>
              <a:t>e.git merge abay </a:t>
            </a:r>
            <a:endParaRPr lang="en-US"/>
          </a:p>
          <a:p>
            <a:pPr marL="0" indent="0">
              <a:buNone/>
            </a:pPr>
            <a:r>
              <a:rPr lang="en-US"/>
              <a:t>how to delet branch after merg </a:t>
            </a:r>
            <a:endParaRPr lang="en-US"/>
          </a:p>
          <a:p>
            <a:pPr marL="0" indent="0">
              <a:buNone/>
            </a:pPr>
            <a:r>
              <a:rPr lang="en-US">
                <a:solidFill>
                  <a:srgbClr val="00B050"/>
                </a:solidFill>
              </a:rPr>
              <a:t>git branch -d b_name </a:t>
            </a:r>
            <a:endParaRPr lang="en-US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/>
              <a:t>e.g git branch -d abay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How to rename branch name  or main branch name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60000"/>
          </a:bodyPr>
          <a:p>
            <a:r>
              <a:rPr lang="en-US">
                <a:solidFill>
                  <a:srgbClr val="00B050"/>
                </a:solidFill>
              </a:rPr>
              <a:t>git branch -m new b-name</a:t>
            </a:r>
            <a:endParaRPr lang="en-US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/>
              <a:t>e.g git branch -m main</a:t>
            </a:r>
            <a:endParaRPr lang="en-US"/>
          </a:p>
          <a:p>
            <a:pPr marL="0" indent="0">
              <a:buNone/>
            </a:pPr>
            <a:r>
              <a:rPr lang="en-US"/>
              <a:t>1.how change branch name when we are on main branch</a:t>
            </a:r>
            <a:endParaRPr lang="en-US"/>
          </a:p>
          <a:p>
            <a:pPr marL="0" indent="0">
              <a:buNone/>
            </a:pPr>
            <a:r>
              <a:rPr lang="en-US"/>
              <a:t> </a:t>
            </a:r>
            <a:r>
              <a:rPr lang="en-US">
                <a:solidFill>
                  <a:srgbClr val="00B050"/>
                </a:solidFill>
              </a:rPr>
              <a:t>git branch -m old b-name   new b-name </a:t>
            </a:r>
            <a:endParaRPr lang="en-US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/>
              <a:t>e.g git branch -m new-branch1  new-branch</a:t>
            </a:r>
            <a:endParaRPr lang="en-US"/>
          </a:p>
          <a:p>
            <a:pPr marL="0" indent="0">
              <a:buNone/>
            </a:pPr>
            <a:r>
              <a:rPr lang="en-US"/>
              <a:t>2.After we switched from main branch to branch name  we can change branch name </a:t>
            </a:r>
            <a:endParaRPr lang="en-US"/>
          </a:p>
          <a:p>
            <a:pPr marL="0" indent="0">
              <a:buNone/>
            </a:pPr>
            <a:r>
              <a:rPr lang="en-US"/>
              <a:t> </a:t>
            </a:r>
            <a:r>
              <a:rPr lang="en-US">
                <a:solidFill>
                  <a:srgbClr val="00B050"/>
                </a:solidFill>
              </a:rPr>
              <a:t>git checkout b-name </a:t>
            </a:r>
            <a:endParaRPr lang="en-US"/>
          </a:p>
          <a:p>
            <a:pPr marL="0" indent="0">
              <a:buNone/>
            </a:pPr>
            <a:r>
              <a:rPr lang="en-US"/>
              <a:t>e.g git checkout new-branch</a:t>
            </a:r>
            <a:endParaRPr lang="en-US"/>
          </a:p>
          <a:p>
            <a:pPr marL="0" indent="0">
              <a:buNone/>
            </a:pPr>
            <a:r>
              <a:rPr lang="en-US"/>
              <a:t>to remane this branch name </a:t>
            </a:r>
            <a:endParaRPr lang="en-US"/>
          </a:p>
          <a:p>
            <a:pPr marL="0" indent="0">
              <a:buNone/>
            </a:pPr>
            <a:r>
              <a:rPr lang="en-US">
                <a:solidFill>
                  <a:srgbClr val="00B050"/>
                </a:solidFill>
              </a:rPr>
              <a:t>git branch -m new-branch1</a:t>
            </a:r>
            <a:endParaRPr lang="en-US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 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Rule for branch name 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/>
              <a:t>We can include all this </a:t>
            </a:r>
            <a:endParaRPr lang="en-US"/>
          </a:p>
          <a:p>
            <a:pPr marL="0" indent="0">
              <a:buNone/>
            </a:pPr>
            <a:r>
              <a:rPr lang="en-US"/>
              <a:t>1. Latter</a:t>
            </a:r>
            <a:endParaRPr lang="en-US"/>
          </a:p>
          <a:p>
            <a:pPr marL="0" indent="0">
              <a:buNone/>
            </a:pPr>
            <a:r>
              <a:rPr lang="en-US"/>
              <a:t>2.Number</a:t>
            </a:r>
            <a:endParaRPr lang="en-US"/>
          </a:p>
          <a:p>
            <a:pPr marL="0" indent="0">
              <a:buNone/>
            </a:pPr>
            <a:r>
              <a:rPr lang="en-US"/>
              <a:t>3.Dashed(-)</a:t>
            </a:r>
            <a:endParaRPr lang="en-US"/>
          </a:p>
          <a:p>
            <a:pPr marL="0" indent="0">
              <a:buNone/>
            </a:pPr>
            <a:r>
              <a:rPr lang="en-US"/>
              <a:t>4.Underscore(_)</a:t>
            </a:r>
            <a:endParaRPr lang="en-US"/>
          </a:p>
          <a:p>
            <a:pPr marL="0" indent="0">
              <a:buNone/>
            </a:pPr>
            <a:r>
              <a:rPr lang="en-US"/>
              <a:t>5.Dot(.)</a:t>
            </a:r>
            <a:endParaRPr lang="en-US"/>
          </a:p>
          <a:p>
            <a:pPr marL="0" indent="0">
              <a:buNone/>
            </a:pPr>
            <a:r>
              <a:rPr lang="en-US"/>
              <a:t>6.ForwardSlash(/)</a:t>
            </a:r>
            <a:endParaRPr lang="en-US"/>
          </a:p>
          <a:p>
            <a:pPr>
              <a:buFont typeface="Wingdings" panose="05000000000000000000" charset="0"/>
              <a:buChar char="v"/>
            </a:pPr>
            <a:r>
              <a:rPr lang="en-US"/>
              <a:t> </a:t>
            </a:r>
            <a:r>
              <a:rPr lang="en-US">
                <a:solidFill>
                  <a:srgbClr val="00B050"/>
                </a:solidFill>
              </a:rPr>
              <a:t>but branch name cannot start with dot and  end with forward slash</a:t>
            </a:r>
            <a:endParaRPr lang="en-US">
              <a:solidFill>
                <a:srgbClr val="00B050"/>
              </a:solidFill>
            </a:endParaRPr>
          </a:p>
          <a:p>
            <a:pPr>
              <a:buFont typeface="Wingdings" panose="05000000000000000000" charset="0"/>
              <a:buChar char="v"/>
            </a:pPr>
            <a:r>
              <a:rPr lang="en-US">
                <a:solidFill>
                  <a:srgbClr val="00B050"/>
                </a:solidFill>
              </a:rPr>
              <a:t>we cannot use reserved word  e.g fetch ,git,...</a:t>
            </a:r>
            <a:endParaRPr lang="en-US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Git command for viewing history 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0000" lnSpcReduction="20000"/>
          </a:bodyPr>
          <a:p>
            <a:pPr marL="0" indent="0">
              <a:buNone/>
            </a:pPr>
            <a:r>
              <a:rPr lang="en-US"/>
              <a:t>1. git log ---&gt; show history from previous one current one</a:t>
            </a:r>
            <a:endParaRPr lang="en-US"/>
          </a:p>
          <a:p>
            <a:pPr marL="0" indent="0">
              <a:buNone/>
            </a:pPr>
            <a:r>
              <a:rPr lang="en-US"/>
              <a:t>2.git show --&gt; show history from current change to previous on in detial</a:t>
            </a:r>
            <a:endParaRPr lang="en-US"/>
          </a:p>
          <a:p>
            <a:pPr marL="0" indent="0">
              <a:buNone/>
            </a:pPr>
            <a:r>
              <a:rPr lang="en-US"/>
              <a:t>3.git shortlog --&gt;show us  history in short way</a:t>
            </a:r>
            <a:endParaRPr lang="en-US"/>
          </a:p>
          <a:p>
            <a:pPr marL="0" indent="0">
              <a:buNone/>
            </a:pPr>
            <a:r>
              <a:rPr lang="en-US"/>
              <a:t>4.git log --oneline --&gt; almost similar to git shortlog but add id of each changed content</a:t>
            </a:r>
            <a:endParaRPr lang="en-US"/>
          </a:p>
          <a:p>
            <a:pPr marL="0" indent="0">
              <a:buNone/>
            </a:pPr>
            <a:r>
              <a:rPr lang="en-US"/>
              <a:t>what we can show on git log history </a:t>
            </a:r>
            <a:endParaRPr lang="en-US"/>
          </a:p>
          <a:p>
            <a:pPr marL="0" indent="0">
              <a:buNone/>
            </a:pPr>
            <a:r>
              <a:rPr lang="en-US"/>
              <a:t>1.SHA Key--&gt; unique identifier for each commit</a:t>
            </a:r>
            <a:endParaRPr lang="en-US"/>
          </a:p>
          <a:p>
            <a:pPr marL="0" indent="0">
              <a:buNone/>
            </a:pPr>
            <a:r>
              <a:rPr lang="en-US"/>
              <a:t>2.branch source and destination--&gt; the origin and target branch of commit</a:t>
            </a:r>
            <a:endParaRPr lang="en-US"/>
          </a:p>
          <a:p>
            <a:pPr marL="0" indent="0">
              <a:buNone/>
            </a:pPr>
            <a:r>
              <a:rPr lang="en-US"/>
              <a:t>3.Author name and Email --&gt;the identity of commit author</a:t>
            </a:r>
            <a:endParaRPr lang="en-US"/>
          </a:p>
          <a:p>
            <a:pPr marL="0" indent="0">
              <a:buNone/>
            </a:pPr>
            <a:r>
              <a:rPr lang="en-US"/>
              <a:t>4.message in commit--&gt; description of change made in commit</a:t>
            </a:r>
            <a:endParaRPr lang="en-US"/>
          </a:p>
          <a:p>
            <a:pPr marL="0" indent="0">
              <a:buNone/>
            </a:pPr>
            <a:r>
              <a:rPr lang="en-US"/>
              <a:t>5.Date --&gt; timestamp of the commit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Parameter we used with git log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/>
              <a:t>Git command option</a:t>
            </a:r>
            <a:endParaRPr lang="en-US"/>
          </a:p>
          <a:p>
            <a:pPr marL="0" indent="0">
              <a:buNone/>
            </a:pPr>
            <a:r>
              <a:rPr lang="en-US"/>
              <a:t>git log command :</a:t>
            </a:r>
            <a:endParaRPr lang="en-US"/>
          </a:p>
          <a:p>
            <a:pPr marL="0" indent="0">
              <a:buNone/>
            </a:pPr>
            <a:r>
              <a:rPr lang="en-US"/>
              <a:t>1. time based option</a:t>
            </a:r>
            <a:endParaRPr lang="en-US"/>
          </a:p>
          <a:p>
            <a:pPr marL="0" indent="0">
              <a:buNone/>
            </a:pPr>
            <a:r>
              <a:rPr lang="en-US"/>
              <a:t> git log --after =”y-m-d”</a:t>
            </a:r>
            <a:endParaRPr lang="en-US"/>
          </a:p>
          <a:p>
            <a:pPr marL="0" indent="0">
              <a:buNone/>
            </a:pPr>
            <a:r>
              <a:rPr lang="en-US"/>
              <a:t> git log --since =”y-m-d”</a:t>
            </a:r>
            <a:endParaRPr lang="en-US"/>
          </a:p>
          <a:p>
            <a:pPr marL="0" indent="0">
              <a:buNone/>
            </a:pPr>
            <a:r>
              <a:rPr lang="en-US"/>
              <a:t> git log --before =”y-m-d”</a:t>
            </a:r>
            <a:endParaRPr lang="en-US"/>
          </a:p>
          <a:p>
            <a:pPr marL="0" indent="0">
              <a:buNone/>
            </a:pPr>
            <a:r>
              <a:rPr lang="en-US"/>
              <a:t>2. author based option</a:t>
            </a:r>
            <a:endParaRPr lang="en-US"/>
          </a:p>
          <a:p>
            <a:pPr marL="0" indent="0">
              <a:buNone/>
            </a:pPr>
            <a:r>
              <a:rPr lang="en-US"/>
              <a:t> git log --author “author name”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continue...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60000"/>
          </a:bodyPr>
          <a:p>
            <a:pPr marL="0" indent="0">
              <a:buNone/>
            </a:pPr>
            <a:r>
              <a:rPr lang="en-US">
                <a:sym typeface="+mn-ea"/>
              </a:rPr>
              <a:t>3. file based option 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 git log -- filepath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4.Basic option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 git log -n where n is the number you  want how much commit change you want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git log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4.output option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 git log --patch --&gt;show change of each in detial  line by line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 git log --stat --&gt;alsmost similar to patch but it doesnt show detail line by line </a:t>
            </a:r>
            <a:endParaRPr lang="en-US">
              <a:sym typeface="+mn-ea"/>
            </a:endParaRPr>
          </a:p>
          <a:p>
            <a:pPr marL="0" indent="0">
              <a:buNone/>
            </a:pPr>
            <a:r>
              <a:rPr lang="en-US">
                <a:sym typeface="+mn-ea"/>
              </a:rPr>
              <a:t>5.content based option</a:t>
            </a:r>
            <a:endParaRPr lang="en-US">
              <a:sym typeface="+mn-ea"/>
            </a:endParaRPr>
          </a:p>
          <a:p>
            <a:pPr marL="0" indent="0">
              <a:buNone/>
            </a:pPr>
            <a:r>
              <a:rPr lang="en-US">
                <a:sym typeface="+mn-ea"/>
              </a:rPr>
              <a:t>git log --grep =“commit message”</a:t>
            </a:r>
            <a:endParaRPr lang="en-US">
              <a:sym typeface="+mn-ea"/>
            </a:endParaRPr>
          </a:p>
          <a:p>
            <a:pPr marL="0" indent="0">
              <a:buNone/>
            </a:pPr>
            <a:r>
              <a:rPr lang="en-US">
                <a:sym typeface="+mn-ea"/>
              </a:rPr>
              <a:t>git log -S “code”</a:t>
            </a:r>
            <a:endParaRPr lang="en-US">
              <a:sym typeface="+mn-ea"/>
            </a:endParaRP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Edit commit message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>
                <a:solidFill>
                  <a:schemeClr val="tx1"/>
                </a:solidFill>
              </a:rPr>
              <a:t>how to change latest commit message</a:t>
            </a:r>
            <a:endParaRPr 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>
                <a:solidFill>
                  <a:srgbClr val="00B050"/>
                </a:solidFill>
              </a:rPr>
              <a:t>git commit -m “ new commit messege” --amend</a:t>
            </a:r>
            <a:endParaRPr lang="en-US">
              <a:solidFill>
                <a:srgbClr val="00B050"/>
              </a:solidFill>
            </a:endParaRPr>
          </a:p>
          <a:p>
            <a:pPr>
              <a:buFont typeface="Wingdings" panose="05000000000000000000" charset="0"/>
              <a:buChar char="v"/>
            </a:pPr>
            <a:r>
              <a:rPr lang="en-US">
                <a:solidFill>
                  <a:schemeClr val="tx1"/>
                </a:solidFill>
              </a:rPr>
              <a:t>amend is used to change the latest commited message </a:t>
            </a:r>
            <a:endParaRPr lang="en-US">
              <a:solidFill>
                <a:schemeClr val="tx1"/>
              </a:solidFill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>
                <a:solidFill>
                  <a:schemeClr val="tx1"/>
                </a:solidFill>
              </a:rPr>
              <a:t>e.g git commit -m “ unordered list change and background color” --amend</a:t>
            </a:r>
            <a:endParaRPr lang="en-US">
              <a:solidFill>
                <a:schemeClr val="tx1"/>
              </a:solidFill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>
                <a:solidFill>
                  <a:schemeClr val="tx1"/>
                </a:solidFill>
              </a:rPr>
              <a:t>how to change old commit message </a:t>
            </a:r>
            <a:endParaRPr lang="en-US">
              <a:solidFill>
                <a:schemeClr val="tx1"/>
              </a:solidFill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>
                <a:solidFill>
                  <a:schemeClr val="tx1"/>
                </a:solidFill>
              </a:rPr>
              <a:t>git rebase -i HEAD~n</a:t>
            </a:r>
            <a:endParaRPr lang="en-US">
              <a:solidFill>
                <a:schemeClr val="tx1"/>
              </a:solidFill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>
                <a:solidFill>
                  <a:schemeClr val="tx1"/>
                </a:solidFill>
              </a:rPr>
              <a:t>how to make untracked file by git without commit </a:t>
            </a:r>
            <a:endParaRPr lang="en-US">
              <a:solidFill>
                <a:schemeClr val="tx1"/>
              </a:solidFill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>
                <a:solidFill>
                  <a:srgbClr val="00B050"/>
                </a:solidFill>
              </a:rPr>
              <a:t>.gitignore then save  the file you want as untaracked in .gitignore </a:t>
            </a:r>
            <a:endParaRPr lang="en-US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560" y="264160"/>
            <a:ext cx="10810240" cy="6467475"/>
          </a:xfrm>
        </p:spPr>
        <p:txBody>
          <a:bodyPr>
            <a:normAutofit fontScale="50000"/>
          </a:bodyPr>
          <a:p>
            <a:pPr>
              <a:buFont typeface="Wingdings" panose="05000000000000000000" charset="0"/>
              <a:buChar char="q"/>
            </a:pPr>
            <a:r>
              <a:rPr lang="en-US"/>
              <a:t>thing we did still now is done on local matchine by using git add and git commit</a:t>
            </a:r>
            <a:endParaRPr lang="en-US"/>
          </a:p>
          <a:p>
            <a:pPr marL="0" indent="0">
              <a:buFont typeface="Wingdings" panose="05000000000000000000" charset="0"/>
              <a:buNone/>
            </a:pPr>
            <a:r>
              <a:rPr lang="en-US"/>
              <a:t>like : </a:t>
            </a:r>
            <a:endParaRPr lang="en-US"/>
          </a:p>
          <a:p>
            <a:pPr>
              <a:buFont typeface="Wingdings" panose="05000000000000000000" charset="0"/>
              <a:buChar char="v"/>
            </a:pPr>
            <a:r>
              <a:rPr lang="en-US"/>
              <a:t>working directory</a:t>
            </a:r>
            <a:endParaRPr lang="en-US"/>
          </a:p>
          <a:p>
            <a:pPr>
              <a:buFont typeface="Wingdings" panose="05000000000000000000" charset="0"/>
              <a:buChar char="v"/>
            </a:pPr>
            <a:r>
              <a:rPr lang="en-US"/>
              <a:t>staging area </a:t>
            </a:r>
            <a:endParaRPr lang="en-US"/>
          </a:p>
          <a:p>
            <a:pPr>
              <a:buFont typeface="Wingdings" panose="05000000000000000000" charset="0"/>
              <a:buChar char="v"/>
            </a:pPr>
            <a:r>
              <a:rPr lang="en-US"/>
              <a:t>local repo</a:t>
            </a:r>
            <a:endParaRPr lang="en-US"/>
          </a:p>
          <a:p>
            <a:pPr marL="0" indent="0">
              <a:buFont typeface="Wingdings" panose="05000000000000000000" charset="0"/>
              <a:buNone/>
            </a:pPr>
            <a:r>
              <a:rPr lang="en-US"/>
              <a:t>remote repo</a:t>
            </a:r>
            <a:endParaRPr lang="en-US"/>
          </a:p>
          <a:p>
            <a:pPr marL="0" indent="0">
              <a:buFont typeface="Wingdings" panose="05000000000000000000" charset="0"/>
              <a:buNone/>
            </a:pPr>
            <a:r>
              <a:rPr lang="en-US"/>
              <a:t>when you done on power shell you can use </a:t>
            </a:r>
            <a:endParaRPr lang="en-US"/>
          </a:p>
          <a:p>
            <a:pPr marL="0" indent="0">
              <a:buFont typeface="Wingdings" panose="05000000000000000000" charset="0"/>
              <a:buNone/>
            </a:pPr>
            <a:r>
              <a:rPr lang="en-US">
                <a:solidFill>
                  <a:srgbClr val="00B050"/>
                </a:solidFill>
              </a:rPr>
              <a:t>1. git clone --&gt; the path of your repo or just copy in your git repo the full path</a:t>
            </a:r>
            <a:endParaRPr lang="en-US"/>
          </a:p>
          <a:p>
            <a:pPr marL="0" indent="0">
              <a:buFont typeface="Wingdings" panose="05000000000000000000" charset="0"/>
              <a:buNone/>
            </a:pPr>
            <a:r>
              <a:rPr lang="en-US"/>
              <a:t>e.g </a:t>
            </a:r>
            <a:r>
              <a:rPr lang="en-US" altLang="en-US"/>
              <a:t>git remote add origin https://github.com/Abayshemelis/GitLearn.git</a:t>
            </a:r>
            <a:endParaRPr lang="en-US" altLang="en-US"/>
          </a:p>
          <a:p>
            <a:pPr marL="0" indent="0">
              <a:buFont typeface="Wingdings" panose="05000000000000000000" charset="0"/>
              <a:buNone/>
            </a:pPr>
            <a:r>
              <a:rPr lang="en-US" altLang="en-US">
                <a:solidFill>
                  <a:srgbClr val="00B050"/>
                </a:solidFill>
              </a:rPr>
              <a:t>2.git branch -M main</a:t>
            </a:r>
            <a:endParaRPr lang="en-US" altLang="en-US">
              <a:solidFill>
                <a:srgbClr val="00B050"/>
              </a:solidFill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en-US">
                <a:solidFill>
                  <a:srgbClr val="00B050"/>
                </a:solidFill>
              </a:rPr>
              <a:t>3. git push -u origin main</a:t>
            </a:r>
            <a:endParaRPr lang="en-US" altLang="en-US">
              <a:solidFill>
                <a:srgbClr val="00B050"/>
              </a:solidFill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en-US">
                <a:solidFill>
                  <a:schemeClr val="tx1"/>
                </a:solidFill>
              </a:rPr>
              <a:t>to push all brach created on local computer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en-US">
                <a:solidFill>
                  <a:srgbClr val="00B050"/>
                </a:solidFill>
              </a:rPr>
              <a:t>git push --all</a:t>
            </a:r>
            <a:endParaRPr lang="en-US" altLang="en-US">
              <a:solidFill>
                <a:srgbClr val="00B050"/>
              </a:solidFill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en-US">
                <a:solidFill>
                  <a:schemeClr val="tx1"/>
                </a:solidFill>
              </a:rPr>
              <a:t>how colone  from github to  vs code 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en-US">
                <a:solidFill>
                  <a:srgbClr val="00B050"/>
                </a:solidFill>
              </a:rPr>
              <a:t>git pull</a:t>
            </a:r>
            <a:endParaRPr lang="en-US" altLang="en-US">
              <a:solidFill>
                <a:srgbClr val="00B050"/>
              </a:solidFill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en-US">
                <a:solidFill>
                  <a:schemeClr val="tx1"/>
                </a:solidFill>
              </a:rPr>
              <a:t>but to do this first you must change to new folder</a:t>
            </a:r>
            <a:r>
              <a:rPr lang="en-US" altLang="en-US">
                <a:solidFill>
                  <a:srgbClr val="00B050"/>
                </a:solidFill>
              </a:rPr>
              <a:t> </a:t>
            </a:r>
            <a:endParaRPr lang="en-US" altLang="en-US">
              <a:solidFill>
                <a:srgbClr val="00B050"/>
              </a:solidFill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en-US">
                <a:solidFill>
                  <a:srgbClr val="00B050"/>
                </a:solidFill>
              </a:rPr>
              <a:t>cd forlder name</a:t>
            </a:r>
            <a:endParaRPr lang="en-US" altLang="en-US">
              <a:solidFill>
                <a:srgbClr val="00B050"/>
              </a:solidFill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en-US">
                <a:solidFill>
                  <a:srgbClr val="00B050"/>
                </a:solidFill>
              </a:rPr>
              <a:t>then git pull</a:t>
            </a:r>
            <a:endParaRPr lang="en-US" altLang="en-US">
              <a:solidFill>
                <a:srgbClr val="00B050"/>
              </a:solidFill>
            </a:endParaRPr>
          </a:p>
          <a:p>
            <a:pPr marL="0" indent="0">
              <a:buFont typeface="Wingdings" panose="05000000000000000000" charset="0"/>
              <a:buNone/>
            </a:pPr>
            <a:endParaRPr lang="en-US" altLang="en-US">
              <a:solidFill>
                <a:srgbClr val="00B050"/>
              </a:solidFill>
            </a:endParaRPr>
          </a:p>
          <a:p>
            <a:pPr marL="0" indent="0">
              <a:buFont typeface="Wingdings" panose="05000000000000000000" charset="0"/>
              <a:buNone/>
            </a:pPr>
            <a:endParaRPr lang="en-US" altLang="en-US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Short method  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to make short method for each git command</a:t>
            </a:r>
            <a:endParaRPr lang="en-US"/>
          </a:p>
          <a:p>
            <a:pPr marL="0" indent="0">
              <a:buNone/>
            </a:pPr>
            <a:r>
              <a:rPr lang="en-US"/>
              <a:t>git config alias.st  status</a:t>
            </a:r>
            <a:endParaRPr lang="en-US"/>
          </a:p>
          <a:p>
            <a:pPr marL="0" indent="0">
              <a:buNone/>
            </a:pPr>
            <a:r>
              <a:rPr lang="en-US"/>
              <a:t>git config alias.cm commit...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4944</Words>
  <Application>WPS Presentation</Application>
  <PresentationFormat>Widescreen</PresentationFormat>
  <Paragraphs>200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SimSun</vt:lpstr>
      <vt:lpstr>Wingdings</vt:lpstr>
      <vt:lpstr>Wingdings</vt:lpstr>
      <vt:lpstr>Calibri Light</vt:lpstr>
      <vt:lpstr>Calibri</vt:lpstr>
      <vt:lpstr>Microsoft YaHei</vt:lpstr>
      <vt:lpstr>Arial Unicode MS</vt:lpstr>
      <vt:lpstr>Office Theme</vt:lpstr>
      <vt:lpstr>Git configuration step </vt:lpstr>
      <vt:lpstr>Step to initalize GitRepository</vt:lpstr>
      <vt:lpstr>Git Command</vt:lpstr>
      <vt:lpstr>Git staging Environment</vt:lpstr>
      <vt:lpstr>how to commited file back to uncommited one or tracked file to untracked one</vt:lpstr>
      <vt:lpstr>Git Branch Opretion</vt:lpstr>
      <vt:lpstr>how merg to main branch on github</vt:lpstr>
      <vt:lpstr>How to rename branch name  or main branch name</vt:lpstr>
      <vt:lpstr>Rule for branch name </vt:lpstr>
      <vt:lpstr>Git command for viewing history </vt:lpstr>
      <vt:lpstr>Parameter we used with git log</vt:lpstr>
      <vt:lpstr>continue...</vt:lpstr>
      <vt:lpstr>Edit commit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abays</dc:creator>
  <cp:lastModifiedBy>WPS_1705301309</cp:lastModifiedBy>
  <cp:revision>13</cp:revision>
  <dcterms:created xsi:type="dcterms:W3CDTF">2025-07-23T00:59:00Z</dcterms:created>
  <dcterms:modified xsi:type="dcterms:W3CDTF">2026-02-06T18:33:19Z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B111EF6BED29497EB3AF105404B153FA_11</vt:lpwstr>
  </property>
  <property fmtid="{D5CDD505-2E9C-101B-9397-08002B2CF9AE}" pid="3" name="KSOProductBuildVer">
    <vt:lpwstr>1033-12.2.0.23196</vt:lpwstr>
  </property>
</Properties>
</file>